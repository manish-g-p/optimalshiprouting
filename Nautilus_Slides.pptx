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Cells explored (thousands) - lower is faster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Dijkstra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Mum-Che</c:v>
                  </c:pt>
                  <c:pt idx="1">
                    <c:v>Kan-Coc</c:v>
                  </c:pt>
                  <c:pt idx="2">
                    <c:v>Coc-Dub</c:v>
                  </c:pt>
                  <c:pt idx="3">
                    <c:v>Viz-Col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249</c:v>
                </c:pt>
                <c:pt idx="1">
                  <c:v>97</c:v>
                </c:pt>
                <c:pt idx="2">
                  <c:v>314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Weather-aware A*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Mum-Che</c:v>
                  </c:pt>
                  <c:pt idx="1">
                    <c:v>Kan-Coc</c:v>
                  </c:pt>
                  <c:pt idx="2">
                    <c:v>Coc-Dub</c:v>
                  </c:pt>
                  <c:pt idx="3">
                    <c:v>Viz-Col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12</c:v>
                </c:pt>
                <c:pt idx="2">
                  <c:v>84</c:v>
                </c:pt>
                <c:pt idx="3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team. One line: a free, offline system that finds safer, calmer, more efficient ship routes around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problem: static routing ignores weather, wasting fuel and risking safety. Our goal is a fast, adaptive, explainable, free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everything Nautilus offers. Mention the Nautilus web app features here: Google Maps, ship/anchor icons, wave overlay, weather tooltips, and a free Streamlit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7-stage pipeline left to right. Emphasise each stage caches a small output so the next is fast and the laptop never hangs.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dataset say what it is, why we chose it, and why not the alternative. Key point: all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safety is guaranteed: depth + 22 km buffer + KD-tree snapping to the main ocean body. Note the keep-shallowest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three scenarios, the explainable cost function, and why vessel parameters change the optimal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ML clearly: it predicts attainable speed and feeds the A* cost. Defend Random Forest over deep learning: fast, accurate, explainable,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Point at the map: blue cuts straight, red bends around the orange/red rough-wave zone. A* is both safer and far more efficient (74% fewer cells).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start server before the session. General Cargo, Cochin to Dubai, Rough, Find route. Read the verdict. Click a wave dot. Switch to Live if internet is available. Close with the conclusion line. If no internet, stay on Typical/Rough.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57200"/>
            <a:ext cx="1371600" cy="13716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A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Ship Routing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Pathfinding Algorithms, Geospatial Constraints &amp; Machine Learning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 43  ·  Nautilus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5852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Aravind Kamath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NNM23IS082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Manisha G. 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NNM23IS093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Drupad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NNM23IS064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Dhanvee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NNM23IS055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40880" y="2834640"/>
            <a:ext cx="4572000" cy="2286000"/>
          </a:xfrm>
          <a:prstGeom prst="roundRect">
            <a:avLst>
              <a:gd name="adj" fmla="val 36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30632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
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Prashanth Kumar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Offline · Laptop-safe · 100% open-source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Why This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ship routing uses static charts and fixed historical routes. It ignores today's real sea conditions.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58568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fuel  </a:t>
            </a:r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through heavy head seas burns far more fuel.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44952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 </a:t>
            </a:r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harder passages raise operating cost.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03250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emissions  </a:t>
            </a:r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fuel means more CO2 - against sustainability goals.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020056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221224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02005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  </a:t>
            </a:r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routes can pass too close to shoals and coastlines.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2057400"/>
            <a:ext cx="5120640" cy="3520440"/>
          </a:xfrm>
          <a:prstGeom prst="roundRect">
            <a:avLst>
              <a:gd name="adj" fmla="val 2338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2788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adaptive routing system for Indian ports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real weather - waves, direction, period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ships in deep water and 22 km off the coast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and runs offline on a laptop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Nautilus Does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weather-aware router shown through an interactive web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756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ocean model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GEBCO depth turns the sea into safe/unsafe cells.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0756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(shortest) vs weather-aware A* (proposed).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5844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37413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speed model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how waves slow the chosen vessel.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35844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337413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weather modes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Typical, Rough (storm) and Live real-time waves.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5628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48828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882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4672584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UI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route, ship &amp; anchor icons, wave overlay, tooltips.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63640" y="45628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4808" y="48828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882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0" y="4672584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built in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vs traditional on 4 metrics.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7218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11.6 GB raw data to the region, shrink to ~1 MB.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1488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048256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model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Safe/unsafe cells; 22 km coast buffer; KD-tree snapping.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2549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724912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learns wave-to-speed relationship.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401568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5021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02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01568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waves to grid: typical / rough / live.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78224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178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178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078224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baseline + weather-aware A*.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55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55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75488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proposed vs traditional on 4 metrics.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431536"/>
            <a:ext cx="7680960" cy="603504"/>
          </a:xfrm>
          <a:prstGeom prst="roundRect">
            <a:avLst>
              <a:gd name="adj" fmla="val 136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5532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532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5431536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Nautilus UI   </a:t>
            </a:r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Google-Maps web dashboard.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49640" y="1371600"/>
            <a:ext cx="3017520" cy="4736592"/>
          </a:xfrm>
          <a:prstGeom prst="roundRect">
            <a:avLst>
              <a:gd name="adj" fmla="val 2727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325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869680" y="1965960"/>
            <a:ext cx="2651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xarray + dask (big data)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(KD-tree, geometry)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Google Maps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(fallback)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(live waves)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Datasets - Why These, Not Others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11880" cy="44805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GEBCO 2024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Sea-floor depth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depth at 15 arc-sec. Tells us deep water, land and shoals.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others: </a:t>
            </a:r>
            <a:pPr indent="0" marL="0">
              <a:buNone/>
            </a:pPr>
            <a:r>
              <a:rPr lang="en-US" sz="1250" dirty="0">
                <a:solidFill>
                  <a:srgbClr val="50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paid/licensed; ETOPO is too coarse.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463040"/>
            <a:ext cx="3611880" cy="44805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146304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ERA5 waves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07408" y="19385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height / direction / period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36008" y="25603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inputs that decide how hard a passage 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36008" y="41605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others: </a:t>
            </a:r>
            <a:pPr indent="0" marL="0">
              <a:buNone/>
            </a:pPr>
            <a:r>
              <a:rPr lang="en-US" sz="1250" dirty="0">
                <a:solidFill>
                  <a:srgbClr val="50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Wind-only is indirect; currents add little at this scale.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74736" y="1463040"/>
            <a:ext cx="3611880" cy="44805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74736" y="146304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174736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Open-Meteo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74736" y="19385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real-time waves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3336" y="25603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waves for any point - powers the Live mode.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03336" y="41605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others: </a:t>
            </a:r>
            <a:pPr indent="0" marL="0">
              <a:buNone/>
            </a:pPr>
            <a:r>
              <a:rPr lang="en-US" sz="1250" dirty="0">
                <a:solidFill>
                  <a:srgbClr val="50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marine APIs need a paid key / card.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are completely free.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Model &amp; Safety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ocean becomes a grid at 0.05 deg (~5.5 km) cells.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navigable only if water is deep enough (below -10 m)...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at least 22 km from the coast - a safety buffer.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KD-tree snaps any port to the nearest safe sea cell.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main connected ocean body is used, so every port is reachable.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shrinking depth data we keep the shallowest point per block - never average away a shoal.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540 x 1000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2633472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337,196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181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 cells (62%)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3803904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3913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km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81812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coastline safety buffer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4974336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5084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18120" y="5632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data (from 11.6 GB)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Weather, Cost Function &amp; Vessels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weather scenarios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384048" cy="384048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 state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84832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storm (95th pct)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0848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from Open-Meteo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6675120" cy="2880360"/>
          </a:xfrm>
          <a:prstGeom prst="roundRect">
            <a:avLst>
              <a:gd name="adj" fmla="val 2857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function (why the route bends)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365760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waves -&gt; the move costs more.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Sailing INTO the waves (head seas) -&gt; costs more still.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choppy periods -&gt; slightly more.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explainable formula - not a black box.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589520" y="306324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181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matters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18120" y="3657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vessel types (Container, VLCC, Bulk, Cargo, LNG).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speed, draft &amp; wave-sensitivity.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ship powers through; a small one detours.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SAME sea gives DIFFERENT best routes.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Machine-Learning Speed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scikit-learn Random Forest predicts the vessel's attainable speed from the sea state.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wave height, relative wave angle, wave period, vessel speed &amp; sensitivity.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A* uses cost = distance / predicted speed = real travel time.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ML directly drives the routing decision (the 'ML decision technique').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Forest, not deep learning?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~2 seconds on a CPU - no GPU, no cost.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&amp; stable here; fully explainable.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physics-based data; can retrain on real AIS logs later.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63040"/>
            <a:ext cx="4251960" cy="2148840"/>
          </a:xfrm>
          <a:prstGeom prst="roundRect">
            <a:avLst>
              <a:gd name="adj" fmla="val 3830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16916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R-squared  (near-perfect fit)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3840480"/>
            <a:ext cx="20574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4069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0" y="4892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only)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09760" y="3840480"/>
            <a:ext cx="20574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4069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09760" y="4892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error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Dijkstra vs Weather-Aware A*</a:t>
            </a:r>
            <a:endParaRPr lang="en-US" sz="3000" dirty="0"/>
          </a:p>
        </p:txBody>
      </p:sp>
      <p:pic>
        <p:nvPicPr>
          <p:cNvPr id="5" name="Image 0" descr="C:\Users\MANISH~1\AppData\Local\Temp\claude\D--MANISH-Final-year-project-Optimal-ship-routing-system\a8c5dff3-3e73-475e-82a6-322cda06a55a\scratchpad\rout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5236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7790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 Cochin to Dubai, rough seas, General Cargo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183880" y="1417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1572768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- Dijkstra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safe distance. Ignores weather.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Weather-aware A*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Detours around the roughest water for a calmer, safer passage.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83880" y="374904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388620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8183880" y="47548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cells explored than Dijkstra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(A* heuristic = still optimal)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Live Demo &amp; Conclusion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006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explores ~74% fewer cells than Dijkstra.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Cochin-&gt;Dubai: +298 km to cut peak wave 4.13 -&gt; 3.31 m.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stays &gt;= 22 km from the coast.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37960" y="1417320"/>
            <a:ext cx="5074920" cy="2468880"/>
          </a:xfrm>
          <a:prstGeom prst="roundRect">
            <a:avLst>
              <a:gd name="adj" fmla="val 3333"/>
            </a:avLst>
          </a:prstGeom>
          <a:solidFill>
            <a:srgbClr val="F3FAF7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(30 seconds)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66560" y="201168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python server.py  -&gt;  open localhost:8000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Vessel: General Cargo · Cochin -&gt; Dubai · Rough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Find route - blue vs red appear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dot for a wave tooltip; switch to Live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4069080"/>
            <a:ext cx="5074920" cy="1874520"/>
          </a:xfrm>
          <a:prstGeom prst="roundRect">
            <a:avLst>
              <a:gd name="adj" fmla="val 439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9FB4C4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66560" y="46177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offline, explainable system that makes ship routes safer, calmer and more efficient - proven against a traditional baseline.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2026-07-31T16:22:38Z</dcterms:created>
  <dcterms:modified xsi:type="dcterms:W3CDTF">2026-07-31T16:22:38Z</dcterms:modified>
</cp:coreProperties>
</file>